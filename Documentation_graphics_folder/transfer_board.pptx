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-194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3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66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09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1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3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8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4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48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38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36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45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DB8B3-8070-894F-8912-7CAFBF371F72}" type="datetimeFigureOut">
              <a:rPr lang="en-US" smtClean="0"/>
              <a:t>6/28/16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0F7D5-3DC9-5B48-BEC8-79299F39C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6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927100" y="0"/>
            <a:ext cx="7269591" cy="6858000"/>
            <a:chOff x="927100" y="0"/>
            <a:chExt cx="7269591" cy="6858000"/>
          </a:xfrm>
        </p:grpSpPr>
        <p:pic>
          <p:nvPicPr>
            <p:cNvPr id="4" name="Picture 3" descr="Photo Jun 28, 12 44 24 PM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100" y="0"/>
              <a:ext cx="7269591" cy="68580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3826669" y="1204168"/>
              <a:ext cx="3232872" cy="4758272"/>
            </a:xfrm>
            <a:prstGeom prst="rect">
              <a:avLst/>
            </a:prstGeom>
            <a:noFill/>
            <a:ln w="101600" cap="sq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37874" y="2153101"/>
              <a:ext cx="210080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10-pin connector</a:t>
              </a:r>
              <a:endParaRPr lang="en-US" sz="2800" dirty="0" smtClean="0">
                <a:solidFill>
                  <a:srgbClr val="FF0000"/>
                </a:solidFill>
                <a:latin typeface="Helvetica"/>
                <a:cs typeface="Helvetica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566952" y="1204168"/>
              <a:ext cx="2280163" cy="4758272"/>
            </a:xfrm>
            <a:prstGeom prst="rect">
              <a:avLst/>
            </a:prstGeom>
            <a:noFill/>
            <a:ln w="101600" cap="sq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25862" y="3107208"/>
              <a:ext cx="21008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FPC</a:t>
              </a:r>
              <a:endParaRPr lang="en-US" sz="2800" dirty="0" smtClean="0">
                <a:solidFill>
                  <a:srgbClr val="FF0000"/>
                </a:solidFill>
                <a:latin typeface="Helvetica"/>
                <a:cs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722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Wu</dc:creator>
  <cp:lastModifiedBy>Eric Wu</cp:lastModifiedBy>
  <cp:revision>2</cp:revision>
  <dcterms:created xsi:type="dcterms:W3CDTF">2016-06-28T19:46:34Z</dcterms:created>
  <dcterms:modified xsi:type="dcterms:W3CDTF">2016-06-28T19:49:39Z</dcterms:modified>
</cp:coreProperties>
</file>