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19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8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6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380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2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48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8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701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8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3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8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6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CCF1D-1BD9-C746-B496-75C89B6D7694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2805B-9E91-7B40-8B19-48AA509F1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8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593423" y="1786937"/>
            <a:ext cx="5899367" cy="3433371"/>
            <a:chOff x="1593423" y="1786937"/>
            <a:chExt cx="5899367" cy="3433371"/>
          </a:xfrm>
        </p:grpSpPr>
        <p:sp>
          <p:nvSpPr>
            <p:cNvPr id="4" name="Rectangle 3"/>
            <p:cNvSpPr/>
            <p:nvPr/>
          </p:nvSpPr>
          <p:spPr>
            <a:xfrm rot="16200000">
              <a:off x="4240943" y="3109873"/>
              <a:ext cx="1463040" cy="462448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/>
            <p:cNvCxnSpPr>
              <a:stCxn id="6" idx="2"/>
              <a:endCxn id="4" idx="3"/>
            </p:cNvCxnSpPr>
            <p:nvPr/>
          </p:nvCxnSpPr>
          <p:spPr>
            <a:xfrm>
              <a:off x="4972153" y="2094714"/>
              <a:ext cx="310" cy="514863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4007511" y="1786937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latin typeface="Helvetica"/>
                  <a:cs typeface="Helvetica"/>
                </a:rPr>
                <a:t>V+ 3.5V to 5V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16200000">
              <a:off x="3259497" y="3109873"/>
              <a:ext cx="1463040" cy="462448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>
              <a:stCxn id="17" idx="2"/>
              <a:endCxn id="15" idx="3"/>
            </p:cNvCxnSpPr>
            <p:nvPr/>
          </p:nvCxnSpPr>
          <p:spPr>
            <a:xfrm>
              <a:off x="3990707" y="2094714"/>
              <a:ext cx="310" cy="514863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026065" y="1786937"/>
              <a:ext cx="19292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latin typeface="Helvetica"/>
                  <a:cs typeface="Helvetica"/>
                </a:rPr>
                <a:t>GND</a:t>
              </a:r>
              <a:endParaRPr lang="en-US" sz="1400" b="1" dirty="0">
                <a:latin typeface="Helvetica"/>
                <a:cs typeface="Helvetica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 rot="16200000">
              <a:off x="3359512" y="2485656"/>
              <a:ext cx="2203166" cy="1898040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ight Arrow 19"/>
            <p:cNvSpPr/>
            <p:nvPr/>
          </p:nvSpPr>
          <p:spPr>
            <a:xfrm rot="10800000">
              <a:off x="1624783" y="2642672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593423" y="3370762"/>
              <a:ext cx="1567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FPC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5956383" y="2665584"/>
              <a:ext cx="1316924" cy="79087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925023" y="3393674"/>
              <a:ext cx="1567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latin typeface="Helvetica"/>
                  <a:cs typeface="Helvetica"/>
                </a:rPr>
                <a:t>Bluetooth</a:t>
              </a:r>
              <a:endParaRPr lang="en-US" dirty="0">
                <a:latin typeface="Helvetica"/>
                <a:cs typeface="Helvetica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467076" y="4758643"/>
              <a:ext cx="43060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Helvetica"/>
                  <a:cs typeface="Helvetica"/>
                </a:rPr>
                <a:t>Top view: component side up!</a:t>
              </a:r>
              <a:endParaRPr lang="en-US" sz="2400" dirty="0"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518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</Words>
  <Application>Microsoft Macintosh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1</cp:revision>
  <dcterms:created xsi:type="dcterms:W3CDTF">2016-06-28T22:07:39Z</dcterms:created>
  <dcterms:modified xsi:type="dcterms:W3CDTF">2016-06-28T22:14:18Z</dcterms:modified>
</cp:coreProperties>
</file>