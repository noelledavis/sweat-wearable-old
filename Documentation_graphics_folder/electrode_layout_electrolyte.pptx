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-1920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FF319-1BEF-A44B-BC16-32DCF199B09F}" type="datetimeFigureOut">
              <a:rPr lang="en-US" smtClean="0"/>
              <a:t>6/27/16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9F0A-8644-B84B-BBD4-74E1C93F3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751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FF319-1BEF-A44B-BC16-32DCF199B09F}" type="datetimeFigureOut">
              <a:rPr lang="en-US" smtClean="0"/>
              <a:t>6/27/16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9F0A-8644-B84B-BBD4-74E1C93F3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569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FF319-1BEF-A44B-BC16-32DCF199B09F}" type="datetimeFigureOut">
              <a:rPr lang="en-US" smtClean="0"/>
              <a:t>6/27/16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9F0A-8644-B84B-BBD4-74E1C93F3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285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FF319-1BEF-A44B-BC16-32DCF199B09F}" type="datetimeFigureOut">
              <a:rPr lang="en-US" smtClean="0"/>
              <a:t>6/27/16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9F0A-8644-B84B-BBD4-74E1C93F3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910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FF319-1BEF-A44B-BC16-32DCF199B09F}" type="datetimeFigureOut">
              <a:rPr lang="en-US" smtClean="0"/>
              <a:t>6/27/16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9F0A-8644-B84B-BBD4-74E1C93F3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493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FF319-1BEF-A44B-BC16-32DCF199B09F}" type="datetimeFigureOut">
              <a:rPr lang="en-US" smtClean="0"/>
              <a:t>6/27/16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9F0A-8644-B84B-BBD4-74E1C93F3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39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FF319-1BEF-A44B-BC16-32DCF199B09F}" type="datetimeFigureOut">
              <a:rPr lang="en-US" smtClean="0"/>
              <a:t>6/27/16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9F0A-8644-B84B-BBD4-74E1C93F3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58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FF319-1BEF-A44B-BC16-32DCF199B09F}" type="datetimeFigureOut">
              <a:rPr lang="en-US" smtClean="0"/>
              <a:t>6/27/16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9F0A-8644-B84B-BBD4-74E1C93F3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61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FF319-1BEF-A44B-BC16-32DCF199B09F}" type="datetimeFigureOut">
              <a:rPr lang="en-US" smtClean="0"/>
              <a:t>6/27/16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9F0A-8644-B84B-BBD4-74E1C93F3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629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FF319-1BEF-A44B-BC16-32DCF199B09F}" type="datetimeFigureOut">
              <a:rPr lang="en-US" smtClean="0"/>
              <a:t>6/27/16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9F0A-8644-B84B-BBD4-74E1C93F3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942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FF319-1BEF-A44B-BC16-32DCF199B09F}" type="datetimeFigureOut">
              <a:rPr lang="en-US" smtClean="0"/>
              <a:t>6/27/16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9F0A-8644-B84B-BBD4-74E1C93F3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90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EFF319-1BEF-A44B-BC16-32DCF199B09F}" type="datetimeFigureOut">
              <a:rPr lang="en-US" smtClean="0"/>
              <a:t>6/27/16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9A9F0A-8644-B84B-BBD4-74E1C93F3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91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/>
          <p:cNvGrpSpPr/>
          <p:nvPr/>
        </p:nvGrpSpPr>
        <p:grpSpPr>
          <a:xfrm>
            <a:off x="669759" y="1512778"/>
            <a:ext cx="7796177" cy="4466300"/>
            <a:chOff x="669759" y="1512778"/>
            <a:chExt cx="7796177" cy="4466300"/>
          </a:xfrm>
        </p:grpSpPr>
        <p:sp>
          <p:nvSpPr>
            <p:cNvPr id="4" name="Rectangle 3"/>
            <p:cNvSpPr/>
            <p:nvPr/>
          </p:nvSpPr>
          <p:spPr>
            <a:xfrm>
              <a:off x="2532521" y="1512778"/>
              <a:ext cx="1463040" cy="369725"/>
            </a:xfrm>
            <a:prstGeom prst="rect">
              <a:avLst/>
            </a:prstGeom>
            <a:noFill/>
            <a:ln w="762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>
              <a:off x="2532521" y="2308178"/>
              <a:ext cx="1463040" cy="369725"/>
            </a:xfrm>
            <a:prstGeom prst="rect">
              <a:avLst/>
            </a:prstGeom>
            <a:noFill/>
            <a:ln w="762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2532521" y="3103578"/>
              <a:ext cx="1463040" cy="369725"/>
            </a:xfrm>
            <a:prstGeom prst="rect">
              <a:avLst/>
            </a:prstGeom>
            <a:noFill/>
            <a:ln w="762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2532521" y="3931129"/>
              <a:ext cx="1463040" cy="369725"/>
            </a:xfrm>
            <a:prstGeom prst="rect">
              <a:avLst/>
            </a:prstGeom>
            <a:noFill/>
            <a:ln w="762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532521" y="4742604"/>
              <a:ext cx="1463040" cy="369725"/>
            </a:xfrm>
            <a:prstGeom prst="rect">
              <a:avLst/>
            </a:prstGeom>
            <a:noFill/>
            <a:ln w="762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Arrow Connector 9"/>
            <p:cNvCxnSpPr>
              <a:endCxn id="4" idx="3"/>
            </p:cNvCxnSpPr>
            <p:nvPr/>
          </p:nvCxnSpPr>
          <p:spPr>
            <a:xfrm flipH="1">
              <a:off x="3995561" y="1697641"/>
              <a:ext cx="610939" cy="0"/>
            </a:xfrm>
            <a:prstGeom prst="straightConnector1">
              <a:avLst/>
            </a:prstGeom>
            <a:ln w="38100" cmpd="sng">
              <a:solidFill>
                <a:schemeClr val="tx1"/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4590427" y="1512778"/>
              <a:ext cx="19292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Helvetica"/>
                  <a:cs typeface="Helvetica"/>
                </a:rPr>
                <a:t>Iontophoresis - side</a:t>
              </a:r>
              <a:endParaRPr lang="en-US" sz="1400" b="1" dirty="0">
                <a:latin typeface="Helvetica"/>
                <a:cs typeface="Helvetica"/>
              </a:endParaRPr>
            </a:p>
          </p:txBody>
        </p:sp>
        <p:cxnSp>
          <p:nvCxnSpPr>
            <p:cNvPr id="13" name="Straight Arrow Connector 12"/>
            <p:cNvCxnSpPr/>
            <p:nvPr/>
          </p:nvCxnSpPr>
          <p:spPr>
            <a:xfrm flipH="1">
              <a:off x="3995561" y="2476966"/>
              <a:ext cx="610939" cy="0"/>
            </a:xfrm>
            <a:prstGeom prst="straightConnector1">
              <a:avLst/>
            </a:prstGeom>
            <a:ln w="38100" cmpd="sng">
              <a:solidFill>
                <a:schemeClr val="tx1"/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4590427" y="2292103"/>
              <a:ext cx="19292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Helvetica"/>
                  <a:cs typeface="Helvetica"/>
                </a:rPr>
                <a:t>Sensor Channel 1</a:t>
              </a:r>
              <a:endParaRPr lang="en-US" sz="1400" b="1" dirty="0">
                <a:latin typeface="Helvetica"/>
                <a:cs typeface="Helvetica"/>
              </a:endParaRPr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 flipH="1">
              <a:off x="3995561" y="3288441"/>
              <a:ext cx="610939" cy="0"/>
            </a:xfrm>
            <a:prstGeom prst="straightConnector1">
              <a:avLst/>
            </a:prstGeom>
            <a:ln w="38100" cmpd="sng">
              <a:solidFill>
                <a:schemeClr val="tx1"/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4590427" y="3103578"/>
              <a:ext cx="19292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Helvetica"/>
                  <a:cs typeface="Helvetica"/>
                </a:rPr>
                <a:t>Reference</a:t>
              </a:r>
              <a:endParaRPr lang="en-US" sz="1400" b="1" dirty="0">
                <a:latin typeface="Helvetica"/>
                <a:cs typeface="Helvetica"/>
              </a:endParaRPr>
            </a:p>
          </p:txBody>
        </p:sp>
        <p:cxnSp>
          <p:nvCxnSpPr>
            <p:cNvPr id="17" name="Straight Arrow Connector 16"/>
            <p:cNvCxnSpPr/>
            <p:nvPr/>
          </p:nvCxnSpPr>
          <p:spPr>
            <a:xfrm flipH="1">
              <a:off x="3995561" y="4115992"/>
              <a:ext cx="610939" cy="0"/>
            </a:xfrm>
            <a:prstGeom prst="straightConnector1">
              <a:avLst/>
            </a:prstGeom>
            <a:ln w="38100" cmpd="sng">
              <a:solidFill>
                <a:schemeClr val="tx1"/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4590427" y="3931129"/>
              <a:ext cx="19292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Helvetica"/>
                  <a:cs typeface="Helvetica"/>
                </a:rPr>
                <a:t>Sensor Channel 2</a:t>
              </a:r>
              <a:endParaRPr lang="en-US" sz="1400" b="1" dirty="0">
                <a:latin typeface="Helvetica"/>
                <a:cs typeface="Helvetica"/>
              </a:endParaRPr>
            </a:p>
          </p:txBody>
        </p:sp>
        <p:cxnSp>
          <p:nvCxnSpPr>
            <p:cNvPr id="19" name="Straight Arrow Connector 18"/>
            <p:cNvCxnSpPr/>
            <p:nvPr/>
          </p:nvCxnSpPr>
          <p:spPr>
            <a:xfrm flipH="1">
              <a:off x="4003264" y="4927467"/>
              <a:ext cx="610939" cy="0"/>
            </a:xfrm>
            <a:prstGeom prst="straightConnector1">
              <a:avLst/>
            </a:prstGeom>
            <a:ln w="38100" cmpd="sng">
              <a:solidFill>
                <a:schemeClr val="tx1"/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4598130" y="4742604"/>
              <a:ext cx="19292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Helvetica"/>
                  <a:cs typeface="Helvetica"/>
                </a:rPr>
                <a:t>Iontophoresis + side</a:t>
              </a:r>
              <a:endParaRPr lang="en-US" sz="1400" b="1" dirty="0">
                <a:latin typeface="Helvetica"/>
                <a:cs typeface="Helvetica"/>
              </a:endParaRPr>
            </a:p>
          </p:txBody>
        </p:sp>
        <p:sp>
          <p:nvSpPr>
            <p:cNvPr id="21" name="Right Arrow 20"/>
            <p:cNvSpPr/>
            <p:nvPr/>
          </p:nvSpPr>
          <p:spPr>
            <a:xfrm>
              <a:off x="6929529" y="2665584"/>
              <a:ext cx="1316924" cy="790877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898169" y="3393674"/>
              <a:ext cx="156776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latin typeface="Helvetica"/>
                  <a:cs typeface="Helvetica"/>
                </a:rPr>
                <a:t>Bluetooth</a:t>
              </a:r>
            </a:p>
            <a:p>
              <a:pPr algn="ctr"/>
              <a:r>
                <a:rPr lang="en-US" dirty="0" smtClean="0">
                  <a:latin typeface="Helvetica"/>
                  <a:cs typeface="Helvetica"/>
                </a:rPr>
                <a:t>module</a:t>
              </a:r>
              <a:endParaRPr lang="en-US" dirty="0">
                <a:latin typeface="Helvetica"/>
                <a:cs typeface="Helvetica"/>
              </a:endParaRPr>
            </a:p>
          </p:txBody>
        </p:sp>
        <p:sp>
          <p:nvSpPr>
            <p:cNvPr id="23" name="Right Arrow 22"/>
            <p:cNvSpPr/>
            <p:nvPr/>
          </p:nvSpPr>
          <p:spPr>
            <a:xfrm rot="10800000">
              <a:off x="701119" y="2642672"/>
              <a:ext cx="1316924" cy="790877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69759" y="3370762"/>
              <a:ext cx="15677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latin typeface="Helvetica"/>
                  <a:cs typeface="Helvetica"/>
                </a:rPr>
                <a:t>FPC</a:t>
              </a:r>
              <a:endParaRPr lang="en-US" dirty="0">
                <a:latin typeface="Helvetica"/>
                <a:cs typeface="Helvetica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285642" y="5517413"/>
              <a:ext cx="43060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Helvetica"/>
                  <a:cs typeface="Helvetica"/>
                </a:rPr>
                <a:t>Top view: component side up!</a:t>
              </a:r>
              <a:endParaRPr lang="en-US" sz="2400" dirty="0">
                <a:latin typeface="Helvetica"/>
                <a:cs typeface="Helvetic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1675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23</Words>
  <Application>Microsoft Macintosh PowerPoint</Application>
  <PresentationFormat>On-screen Show (4:3)</PresentationFormat>
  <Paragraphs>9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Wu</dc:creator>
  <cp:lastModifiedBy>Eric Wu</cp:lastModifiedBy>
  <cp:revision>3</cp:revision>
  <dcterms:created xsi:type="dcterms:W3CDTF">2016-06-27T18:52:04Z</dcterms:created>
  <dcterms:modified xsi:type="dcterms:W3CDTF">2016-06-27T18:59:12Z</dcterms:modified>
</cp:coreProperties>
</file>