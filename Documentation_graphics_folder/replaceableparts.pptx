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-189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9A1E-B3EB-CA4B-9AF3-8C3544974BF7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DA97-15EE-C94E-9D3B-A6629B9C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80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9A1E-B3EB-CA4B-9AF3-8C3544974BF7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DA97-15EE-C94E-9D3B-A6629B9C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7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9A1E-B3EB-CA4B-9AF3-8C3544974BF7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DA97-15EE-C94E-9D3B-A6629B9C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6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9A1E-B3EB-CA4B-9AF3-8C3544974BF7}" type="datetimeFigureOut">
              <a:rPr lang="en-US" smtClean="0"/>
              <a:t>6/16/16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DA97-15EE-C94E-9D3B-A6629B9C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80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9A1E-B3EB-CA4B-9AF3-8C3544974BF7}" type="datetimeFigureOut">
              <a:rPr lang="en-US" smtClean="0"/>
              <a:t>6/16/16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DA97-15EE-C94E-9D3B-A6629B9C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85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9A1E-B3EB-CA4B-9AF3-8C3544974BF7}" type="datetimeFigureOut">
              <a:rPr lang="en-US" smtClean="0"/>
              <a:t>6/16/16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DA97-15EE-C94E-9D3B-A6629B9C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70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9A1E-B3EB-CA4B-9AF3-8C3544974BF7}" type="datetimeFigureOut">
              <a:rPr lang="en-US" smtClean="0"/>
              <a:t>6/16/16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DA97-15EE-C94E-9D3B-A6629B9C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84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9A1E-B3EB-CA4B-9AF3-8C3544974BF7}" type="datetimeFigureOut">
              <a:rPr lang="en-US" smtClean="0"/>
              <a:t>6/16/16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DA97-15EE-C94E-9D3B-A6629B9C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87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9A1E-B3EB-CA4B-9AF3-8C3544974BF7}" type="datetimeFigureOut">
              <a:rPr lang="en-US" smtClean="0"/>
              <a:t>6/16/16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DA97-15EE-C94E-9D3B-A6629B9C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4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9A1E-B3EB-CA4B-9AF3-8C3544974BF7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DA97-15EE-C94E-9D3B-A6629B9C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04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9A1E-B3EB-CA4B-9AF3-8C3544974BF7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9DA97-15EE-C94E-9D3B-A6629B9C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6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49A1E-B3EB-CA4B-9AF3-8C3544974BF7}" type="datetimeFigureOut">
              <a:rPr lang="en-US" smtClean="0"/>
              <a:t>6/16/16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DA97-15EE-C94E-9D3B-A6629B9C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260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4" name="Picture 3" descr="Photo Jun 16, 4 29 39 PM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cxnSp>
          <p:nvCxnSpPr>
            <p:cNvPr id="5" name="Straight Arrow Connector 4"/>
            <p:cNvCxnSpPr/>
            <p:nvPr/>
          </p:nvCxnSpPr>
          <p:spPr>
            <a:xfrm flipH="1">
              <a:off x="2665200" y="1191673"/>
              <a:ext cx="956339" cy="1317725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69006" y="803208"/>
              <a:ext cx="1552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R5</a:t>
              </a:r>
              <a:endParaRPr lang="en-US" dirty="0" smtClean="0">
                <a:solidFill>
                  <a:srgbClr val="FF0000"/>
                </a:solidFill>
                <a:latin typeface="Helvetica"/>
                <a:cs typeface="Helvetica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2210551" y="1301432"/>
              <a:ext cx="180286" cy="52997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469321" y="932100"/>
              <a:ext cx="1552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R6</a:t>
              </a:r>
              <a:endParaRPr lang="en-US" dirty="0" smtClean="0">
                <a:solidFill>
                  <a:srgbClr val="FF0000"/>
                </a:solidFill>
                <a:latin typeface="Helvetica"/>
                <a:cs typeface="Helvetica"/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5122218" y="3743099"/>
              <a:ext cx="2058154" cy="1317725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6404329" y="3373767"/>
              <a:ext cx="1552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JUMPER</a:t>
              </a:r>
              <a:endParaRPr lang="en-US" dirty="0" smtClean="0">
                <a:solidFill>
                  <a:srgbClr val="FF0000"/>
                </a:solidFill>
                <a:latin typeface="Helvetica"/>
                <a:cs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2264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Macintosh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Wu</dc:creator>
  <cp:lastModifiedBy>Eric Wu</cp:lastModifiedBy>
  <cp:revision>1</cp:revision>
  <dcterms:created xsi:type="dcterms:W3CDTF">2016-06-17T05:52:30Z</dcterms:created>
  <dcterms:modified xsi:type="dcterms:W3CDTF">2016-06-17T05:56:50Z</dcterms:modified>
</cp:coreProperties>
</file>