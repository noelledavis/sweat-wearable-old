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18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3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2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8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8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3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1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6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8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4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6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1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AFCF1-A1FE-884A-B798-DE68236EEF63}" type="datetimeFigureOut">
              <a:rPr lang="en-US" smtClean="0"/>
              <a:t>6/20/16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0145F-5D03-A44C-8A66-7B254B16F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2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801100" y="1391113"/>
            <a:ext cx="3986505" cy="4390936"/>
            <a:chOff x="1801100" y="1391113"/>
            <a:chExt cx="3986505" cy="4390936"/>
          </a:xfrm>
        </p:grpSpPr>
        <p:sp>
          <p:nvSpPr>
            <p:cNvPr id="4" name="Oval 3"/>
            <p:cNvSpPr/>
            <p:nvPr/>
          </p:nvSpPr>
          <p:spPr>
            <a:xfrm>
              <a:off x="2963079" y="1391113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963079" y="2296148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2963079" y="3219344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2963079" y="4124379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2963079" y="5029414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868007" y="1391113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868007" y="2296148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68007" y="3219344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868007" y="4124379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868007" y="5029414"/>
              <a:ext cx="752528" cy="752635"/>
            </a:xfrm>
            <a:prstGeom prst="ellipse">
              <a:avLst/>
            </a:pr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5589" y="1543580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VCC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5589" y="2432936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GND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5589" y="336933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GND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815589" y="4274367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GND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815589" y="5179403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GND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01100" y="1543580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Helvetica"/>
                  <a:cs typeface="Helvetica"/>
                </a:rPr>
                <a:t>MOSI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01100" y="2444216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Helvetica"/>
                  <a:cs typeface="Helvetica"/>
                </a:rPr>
                <a:t>NC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01100" y="336933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Helvetica"/>
                  <a:cs typeface="Helvetica"/>
                </a:rPr>
                <a:t>RST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01100" y="4274367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Helvetica"/>
                  <a:cs typeface="Helvetica"/>
                </a:rPr>
                <a:t>SCK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01100" y="5179403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Helvetica"/>
                  <a:cs typeface="Helvetica"/>
                </a:rPr>
                <a:t>MISO</a:t>
              </a:r>
              <a:endParaRPr lang="en-US" sz="2400" dirty="0"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913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</Words>
  <Application>Microsoft Macintosh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1</cp:revision>
  <dcterms:created xsi:type="dcterms:W3CDTF">2016-06-20T20:15:27Z</dcterms:created>
  <dcterms:modified xsi:type="dcterms:W3CDTF">2016-06-20T20:18:35Z</dcterms:modified>
</cp:coreProperties>
</file>