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-19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51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69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8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10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93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1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2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4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1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/>
          <p:cNvGrpSpPr/>
          <p:nvPr/>
        </p:nvGrpSpPr>
        <p:grpSpPr>
          <a:xfrm>
            <a:off x="669759" y="1463260"/>
            <a:ext cx="7796177" cy="4515818"/>
            <a:chOff x="669759" y="1463260"/>
            <a:chExt cx="7796177" cy="4515818"/>
          </a:xfrm>
        </p:grpSpPr>
        <p:sp>
          <p:nvSpPr>
            <p:cNvPr id="4" name="Rectangle 3"/>
            <p:cNvSpPr/>
            <p:nvPr/>
          </p:nvSpPr>
          <p:spPr>
            <a:xfrm>
              <a:off x="2523730" y="1532658"/>
              <a:ext cx="1463040" cy="184862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12" idx="1"/>
              <a:endCxn id="4" idx="3"/>
            </p:cNvCxnSpPr>
            <p:nvPr/>
          </p:nvCxnSpPr>
          <p:spPr>
            <a:xfrm flipH="1">
              <a:off x="3986770" y="1617149"/>
              <a:ext cx="594866" cy="794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581636" y="1463260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Temperature pin1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929529" y="2665584"/>
              <a:ext cx="1316924" cy="79087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98169" y="3393674"/>
              <a:ext cx="1567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USB/switch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23" name="Right Arrow 22"/>
            <p:cNvSpPr/>
            <p:nvPr/>
          </p:nvSpPr>
          <p:spPr>
            <a:xfrm rot="10800000">
              <a:off x="701119" y="2642672"/>
              <a:ext cx="1316924" cy="79087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9759" y="3370762"/>
              <a:ext cx="1567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10-pin connector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85642" y="5517413"/>
              <a:ext cx="43060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Top view: component side up!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522049" y="1927931"/>
              <a:ext cx="1463040" cy="184862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>
              <a:endCxn id="30" idx="3"/>
            </p:cNvCxnSpPr>
            <p:nvPr/>
          </p:nvCxnSpPr>
          <p:spPr>
            <a:xfrm flipH="1">
              <a:off x="3985089" y="2012422"/>
              <a:ext cx="594866" cy="794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4579955" y="1858533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Temperature pin2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525411" y="2294480"/>
              <a:ext cx="1463040" cy="184862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/>
            <p:cNvCxnSpPr>
              <a:stCxn id="35" idx="1"/>
              <a:endCxn id="33" idx="3"/>
            </p:cNvCxnSpPr>
            <p:nvPr/>
          </p:nvCxnSpPr>
          <p:spPr>
            <a:xfrm flipH="1">
              <a:off x="3988451" y="2378971"/>
              <a:ext cx="594866" cy="794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4583317" y="2225082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Current Ch1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523730" y="2689753"/>
              <a:ext cx="1463040" cy="184862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/>
            <p:cNvCxnSpPr>
              <a:endCxn id="36" idx="3"/>
            </p:cNvCxnSpPr>
            <p:nvPr/>
          </p:nvCxnSpPr>
          <p:spPr>
            <a:xfrm flipH="1">
              <a:off x="3986770" y="2774244"/>
              <a:ext cx="594866" cy="794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4581636" y="2620355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Current reference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520368" y="3063089"/>
              <a:ext cx="1463040" cy="184862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/>
            <p:cNvCxnSpPr>
              <a:stCxn id="41" idx="1"/>
              <a:endCxn id="39" idx="3"/>
            </p:cNvCxnSpPr>
            <p:nvPr/>
          </p:nvCxnSpPr>
          <p:spPr>
            <a:xfrm flipH="1">
              <a:off x="3983408" y="3147580"/>
              <a:ext cx="594866" cy="794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578274" y="2993691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Current Ch2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518687" y="3458362"/>
              <a:ext cx="1463040" cy="184862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/>
            <p:cNvCxnSpPr>
              <a:endCxn id="42" idx="3"/>
            </p:cNvCxnSpPr>
            <p:nvPr/>
          </p:nvCxnSpPr>
          <p:spPr>
            <a:xfrm flipH="1">
              <a:off x="3981727" y="3542853"/>
              <a:ext cx="594866" cy="794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4576593" y="3388964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Voltage Ch1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522049" y="3824911"/>
              <a:ext cx="1463040" cy="184862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/>
            <p:cNvCxnSpPr>
              <a:stCxn id="47" idx="1"/>
              <a:endCxn id="45" idx="3"/>
            </p:cNvCxnSpPr>
            <p:nvPr/>
          </p:nvCxnSpPr>
          <p:spPr>
            <a:xfrm flipH="1">
              <a:off x="3985089" y="3909402"/>
              <a:ext cx="594866" cy="794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4579955" y="3755513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Voltage Ch2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520368" y="4220184"/>
              <a:ext cx="1463040" cy="184862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/>
            <p:cNvCxnSpPr>
              <a:endCxn id="48" idx="3"/>
            </p:cNvCxnSpPr>
            <p:nvPr/>
          </p:nvCxnSpPr>
          <p:spPr>
            <a:xfrm flipH="1">
              <a:off x="3983408" y="4304675"/>
              <a:ext cx="594866" cy="794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4578274" y="4150786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Voltage reference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518687" y="4590143"/>
              <a:ext cx="1463040" cy="184862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4" idx="1"/>
              <a:endCxn id="52" idx="3"/>
            </p:cNvCxnSpPr>
            <p:nvPr/>
          </p:nvCxnSpPr>
          <p:spPr>
            <a:xfrm flipH="1">
              <a:off x="3981727" y="4674634"/>
              <a:ext cx="594866" cy="794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4576593" y="4520745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Voltage Ch3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517006" y="4985416"/>
              <a:ext cx="1463040" cy="184862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>
              <a:endCxn id="55" idx="3"/>
            </p:cNvCxnSpPr>
            <p:nvPr/>
          </p:nvCxnSpPr>
          <p:spPr>
            <a:xfrm flipH="1">
              <a:off x="3980046" y="5069907"/>
              <a:ext cx="594866" cy="794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4574912" y="4916018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Voltage Ch4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1675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</Words>
  <Application>Microsoft Macintosh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Wu</dc:creator>
  <cp:lastModifiedBy>Eric Wu</cp:lastModifiedBy>
  <cp:revision>7</cp:revision>
  <dcterms:created xsi:type="dcterms:W3CDTF">2016-06-27T18:52:04Z</dcterms:created>
  <dcterms:modified xsi:type="dcterms:W3CDTF">2016-06-27T19:24:16Z</dcterms:modified>
</cp:coreProperties>
</file>