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-18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7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26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90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1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1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433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04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5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0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29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5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5E54A-B90B-274F-AAD3-AB5AB973F8B3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623FB-B98F-104F-95BF-3EB8ABD0B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8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-15678" y="0"/>
            <a:ext cx="9159678" cy="6858000"/>
            <a:chOff x="-15678" y="0"/>
            <a:chExt cx="9159678" cy="6858000"/>
          </a:xfrm>
        </p:grpSpPr>
        <p:grpSp>
          <p:nvGrpSpPr>
            <p:cNvPr id="29" name="Group 28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pic>
            <p:nvPicPr>
              <p:cNvPr id="4" name="Picture 3" descr="Photo Jun 16, 4 29 39 PM.jp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9144000" cy="6858000"/>
              </a:xfrm>
              <a:prstGeom prst="rect">
                <a:avLst/>
              </a:prstGeom>
            </p:spPr>
          </p:pic>
          <p:sp>
            <p:nvSpPr>
              <p:cNvPr id="5" name="Rectangle 4"/>
              <p:cNvSpPr/>
              <p:nvPr/>
            </p:nvSpPr>
            <p:spPr>
              <a:xfrm>
                <a:off x="1881320" y="2508786"/>
                <a:ext cx="2367328" cy="1724788"/>
              </a:xfrm>
              <a:prstGeom prst="rect">
                <a:avLst/>
              </a:prstGeom>
              <a:noFill/>
              <a:ln w="76200" cap="sq" cmpd="sng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" name="Straight Arrow Connector 6"/>
              <p:cNvCxnSpPr/>
              <p:nvPr/>
            </p:nvCxnSpPr>
            <p:spPr>
              <a:xfrm>
                <a:off x="2774947" y="972154"/>
                <a:ext cx="329231" cy="627196"/>
              </a:xfrm>
              <a:prstGeom prst="straightConnector1">
                <a:avLst/>
              </a:prstGeom>
              <a:ln w="63500">
                <a:solidFill>
                  <a:srgbClr val="FF0000"/>
                </a:solidFill>
                <a:tailEnd type="stealt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>
                <a:off x="1740221" y="604530"/>
                <a:ext cx="21008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FF0000"/>
                    </a:solidFill>
                    <a:latin typeface="Helvetica"/>
                    <a:cs typeface="Helvetica"/>
                  </a:rPr>
                  <a:t>Current channels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552088" y="4365895"/>
                <a:ext cx="3464766" cy="1545430"/>
              </a:xfrm>
              <a:prstGeom prst="rect">
                <a:avLst/>
              </a:prstGeom>
              <a:noFill/>
              <a:ln w="76200" cap="sq" cmpd="sng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740221" y="6338978"/>
                <a:ext cx="21008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FF0000"/>
                    </a:solidFill>
                    <a:latin typeface="Helvetica"/>
                    <a:cs typeface="Helvetica"/>
                  </a:rPr>
                  <a:t>Regulators</a:t>
                </a:r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 flipV="1">
                <a:off x="2880313" y="5958365"/>
                <a:ext cx="329231" cy="404987"/>
              </a:xfrm>
              <a:prstGeom prst="straightConnector1">
                <a:avLst/>
              </a:prstGeom>
              <a:ln w="63500">
                <a:solidFill>
                  <a:srgbClr val="FF0000"/>
                </a:solidFill>
                <a:tailEnd type="stealt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 flipH="1">
                <a:off x="5137899" y="2508785"/>
                <a:ext cx="2308993" cy="967755"/>
              </a:xfrm>
              <a:prstGeom prst="straightConnector1">
                <a:avLst/>
              </a:prstGeom>
              <a:ln w="63500">
                <a:solidFill>
                  <a:srgbClr val="FF0000"/>
                </a:solidFill>
                <a:tailEnd type="stealt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H="1">
                <a:off x="5137899" y="1178192"/>
                <a:ext cx="2308993" cy="967755"/>
              </a:xfrm>
              <a:prstGeom prst="straightConnector1">
                <a:avLst/>
              </a:prstGeom>
              <a:ln w="63500">
                <a:solidFill>
                  <a:srgbClr val="FF0000"/>
                </a:solidFill>
                <a:tailEnd type="stealt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H="1">
                <a:off x="6654257" y="3661206"/>
                <a:ext cx="1325676" cy="572368"/>
              </a:xfrm>
              <a:prstGeom prst="straightConnector1">
                <a:avLst/>
              </a:prstGeom>
              <a:ln w="63500">
                <a:solidFill>
                  <a:srgbClr val="FF0000"/>
                </a:solidFill>
                <a:tailEnd type="stealt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6396488" y="756930"/>
                <a:ext cx="21008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FF0000"/>
                    </a:solidFill>
                    <a:latin typeface="Helvetica"/>
                    <a:cs typeface="Helvetica"/>
                  </a:rPr>
                  <a:t>Bluetooth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396488" y="2101003"/>
                <a:ext cx="21008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FF0000"/>
                    </a:solidFill>
                    <a:latin typeface="Helvetica"/>
                    <a:cs typeface="Helvetica"/>
                  </a:rPr>
                  <a:t>ATMega328P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929540" y="3291874"/>
                <a:ext cx="21008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FF0000"/>
                    </a:solidFill>
                    <a:latin typeface="Helvetica"/>
                    <a:cs typeface="Helvetica"/>
                  </a:rPr>
                  <a:t>ON/OFF switch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5106542" y="4334535"/>
                <a:ext cx="1180204" cy="1545430"/>
              </a:xfrm>
              <a:prstGeom prst="rect">
                <a:avLst/>
              </a:prstGeom>
              <a:noFill/>
              <a:ln w="76200" cap="sq" cmpd="sng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 flipH="1">
                <a:off x="6318101" y="4644642"/>
                <a:ext cx="1325676" cy="572368"/>
              </a:xfrm>
              <a:prstGeom prst="straightConnector1">
                <a:avLst/>
              </a:prstGeom>
              <a:ln w="63500">
                <a:solidFill>
                  <a:srgbClr val="FF0000"/>
                </a:solidFill>
                <a:tailEnd type="stealt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6654257" y="4252642"/>
                <a:ext cx="21008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rgbClr val="FF0000"/>
                    </a:solidFill>
                    <a:latin typeface="Helvetica"/>
                    <a:cs typeface="Helvetica"/>
                  </a:rPr>
                  <a:t>Charger</a:t>
                </a: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1884778" y="1599350"/>
              <a:ext cx="2367328" cy="916316"/>
            </a:xfrm>
            <a:prstGeom prst="rect">
              <a:avLst/>
            </a:prstGeom>
            <a:noFill/>
            <a:ln w="76200" cap="sq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>
              <a:stCxn id="34" idx="2"/>
            </p:cNvCxnSpPr>
            <p:nvPr/>
          </p:nvCxnSpPr>
          <p:spPr>
            <a:xfrm>
              <a:off x="1034726" y="2876371"/>
              <a:ext cx="768205" cy="364552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-15678" y="2230040"/>
              <a:ext cx="210080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Voltage</a:t>
              </a:r>
            </a:p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channels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5196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</Words>
  <Application>Microsoft Macintosh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Wu</dc:creator>
  <cp:lastModifiedBy>Eric Wu</cp:lastModifiedBy>
  <cp:revision>2</cp:revision>
  <dcterms:created xsi:type="dcterms:W3CDTF">2016-06-17T05:28:23Z</dcterms:created>
  <dcterms:modified xsi:type="dcterms:W3CDTF">2016-06-17T05:38:46Z</dcterms:modified>
</cp:coreProperties>
</file>