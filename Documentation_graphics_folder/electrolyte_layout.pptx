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189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9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2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5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2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7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0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51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1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14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1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94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43D35-017E-0546-90B5-858AE44140B4}" type="datetimeFigureOut">
              <a:rPr lang="en-US" smtClean="0"/>
              <a:t>6/17/16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07070-063F-E44A-908A-DA3FC922C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762000"/>
            <a:ext cx="9144000" cy="5311209"/>
            <a:chOff x="0" y="762000"/>
            <a:chExt cx="9144000" cy="5311209"/>
          </a:xfrm>
        </p:grpSpPr>
        <p:pic>
          <p:nvPicPr>
            <p:cNvPr id="5" name="Picture 4" descr="electrolyte.jp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62000"/>
              <a:ext cx="9144000" cy="5311209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>
              <a:off x="2006742" y="1505271"/>
              <a:ext cx="407619" cy="481259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1097437" y="1120154"/>
              <a:ext cx="2100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ATMega328P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755899" y="3084543"/>
              <a:ext cx="607052" cy="481259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1751523" y="3084543"/>
              <a:ext cx="255219" cy="1117672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stealt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705495" y="2710707"/>
              <a:ext cx="2100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Analog switches</a:t>
              </a:r>
              <a:endParaRPr lang="en-US" b="1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212915" y="2932143"/>
              <a:ext cx="1603500" cy="2477424"/>
            </a:xfrm>
            <a:prstGeom prst="rect">
              <a:avLst/>
            </a:prstGeom>
            <a:noFill/>
            <a:ln w="76200" cap="sq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62074" y="3080039"/>
              <a:ext cx="2100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Regulators</a:t>
              </a:r>
              <a:endParaRPr lang="en-US" b="1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sp>
          <p:nvSpPr>
            <p:cNvPr id="17" name="L-Shape 16"/>
            <p:cNvSpPr/>
            <p:nvPr/>
          </p:nvSpPr>
          <p:spPr>
            <a:xfrm rot="16200000">
              <a:off x="1967557" y="3159638"/>
              <a:ext cx="1207353" cy="3292502"/>
            </a:xfrm>
            <a:prstGeom prst="corner">
              <a:avLst>
                <a:gd name="adj1" fmla="val 96747"/>
                <a:gd name="adj2" fmla="val 60390"/>
              </a:avLst>
            </a:prstGeom>
            <a:noFill/>
            <a:ln w="76200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559014" y="4831790"/>
              <a:ext cx="2100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Current DAC</a:t>
              </a:r>
              <a:endParaRPr lang="en-US" b="1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sp>
          <p:nvSpPr>
            <p:cNvPr id="19" name="L-Shape 18"/>
            <p:cNvSpPr/>
            <p:nvPr/>
          </p:nvSpPr>
          <p:spPr>
            <a:xfrm rot="5400000">
              <a:off x="2751186" y="1795446"/>
              <a:ext cx="2665695" cy="2053776"/>
            </a:xfrm>
            <a:prstGeom prst="corner">
              <a:avLst>
                <a:gd name="adj1" fmla="val 57219"/>
                <a:gd name="adj2" fmla="val 71842"/>
              </a:avLst>
            </a:prstGeom>
            <a:noFill/>
            <a:ln w="76200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10115" y="1617198"/>
              <a:ext cx="21008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Instrumentation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Amplifier +</a:t>
              </a:r>
            </a:p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filters</a:t>
              </a:r>
              <a:endParaRPr lang="en-US" b="1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62881" y="1120154"/>
              <a:ext cx="2308994" cy="4289412"/>
            </a:xfrm>
            <a:prstGeom prst="rect">
              <a:avLst/>
            </a:prstGeom>
            <a:noFill/>
            <a:ln w="76200" cap="sq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215281" y="2333064"/>
              <a:ext cx="21008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>
                  <a:solidFill>
                    <a:srgbClr val="FF0000"/>
                  </a:solidFill>
                  <a:latin typeface="Helvetica"/>
                  <a:cs typeface="Helvetica"/>
                </a:rPr>
                <a:t>Bluetooth</a:t>
              </a:r>
              <a:endParaRPr lang="en-US" b="1" dirty="0" smtClean="0">
                <a:solidFill>
                  <a:srgbClr val="FF0000"/>
                </a:solidFill>
                <a:latin typeface="Helvetica"/>
                <a:cs typeface="Helvetic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543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</TotalTime>
  <Words>11</Words>
  <Application>Microsoft Macintosh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Wu</dc:creator>
  <cp:lastModifiedBy>Eric Wu</cp:lastModifiedBy>
  <cp:revision>7</cp:revision>
  <dcterms:created xsi:type="dcterms:W3CDTF">2016-06-17T07:32:18Z</dcterms:created>
  <dcterms:modified xsi:type="dcterms:W3CDTF">2016-06-17T18:36:10Z</dcterms:modified>
</cp:coreProperties>
</file>