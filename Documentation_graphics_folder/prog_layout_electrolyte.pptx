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-196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DFFD0-DA11-2D4E-BD37-ECB2C9DC1FAC}" type="datetimeFigureOut">
              <a:rPr lang="en-US" smtClean="0"/>
              <a:t>6/17/16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1AA4-A256-8E4C-A9A4-68FD62049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65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DFFD0-DA11-2D4E-BD37-ECB2C9DC1FAC}" type="datetimeFigureOut">
              <a:rPr lang="en-US" smtClean="0"/>
              <a:t>6/17/16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1AA4-A256-8E4C-A9A4-68FD62049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6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DFFD0-DA11-2D4E-BD37-ECB2C9DC1FAC}" type="datetimeFigureOut">
              <a:rPr lang="en-US" smtClean="0"/>
              <a:t>6/17/16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1AA4-A256-8E4C-A9A4-68FD62049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683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DFFD0-DA11-2D4E-BD37-ECB2C9DC1FAC}" type="datetimeFigureOut">
              <a:rPr lang="en-US" smtClean="0"/>
              <a:t>6/17/16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1AA4-A256-8E4C-A9A4-68FD62049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59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DFFD0-DA11-2D4E-BD37-ECB2C9DC1FAC}" type="datetimeFigureOut">
              <a:rPr lang="en-US" smtClean="0"/>
              <a:t>6/17/16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1AA4-A256-8E4C-A9A4-68FD62049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2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DFFD0-DA11-2D4E-BD37-ECB2C9DC1FAC}" type="datetimeFigureOut">
              <a:rPr lang="en-US" smtClean="0"/>
              <a:t>6/17/16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1AA4-A256-8E4C-A9A4-68FD62049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07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DFFD0-DA11-2D4E-BD37-ECB2C9DC1FAC}" type="datetimeFigureOut">
              <a:rPr lang="en-US" smtClean="0"/>
              <a:t>6/17/16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1AA4-A256-8E4C-A9A4-68FD62049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45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DFFD0-DA11-2D4E-BD37-ECB2C9DC1FAC}" type="datetimeFigureOut">
              <a:rPr lang="en-US" smtClean="0"/>
              <a:t>6/17/16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1AA4-A256-8E4C-A9A4-68FD62049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76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DFFD0-DA11-2D4E-BD37-ECB2C9DC1FAC}" type="datetimeFigureOut">
              <a:rPr lang="en-US" smtClean="0"/>
              <a:t>6/17/16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1AA4-A256-8E4C-A9A4-68FD62049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44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DFFD0-DA11-2D4E-BD37-ECB2C9DC1FAC}" type="datetimeFigureOut">
              <a:rPr lang="en-US" smtClean="0"/>
              <a:t>6/17/16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1AA4-A256-8E4C-A9A4-68FD62049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57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DFFD0-DA11-2D4E-BD37-ECB2C9DC1FAC}" type="datetimeFigureOut">
              <a:rPr lang="en-US" smtClean="0"/>
              <a:t>6/17/16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D1AA4-A256-8E4C-A9A4-68FD62049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57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6DFFD0-DA11-2D4E-BD37-ECB2C9DC1FAC}" type="datetimeFigureOut">
              <a:rPr lang="en-US" smtClean="0"/>
              <a:t>6/17/16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D1AA4-A256-8E4C-A9A4-68FD62049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56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69759" y="1473912"/>
            <a:ext cx="7796177" cy="4505166"/>
            <a:chOff x="669759" y="1473912"/>
            <a:chExt cx="7796177" cy="4505166"/>
          </a:xfrm>
        </p:grpSpPr>
        <p:grpSp>
          <p:nvGrpSpPr>
            <p:cNvPr id="5" name="Group 4"/>
            <p:cNvGrpSpPr/>
            <p:nvPr/>
          </p:nvGrpSpPr>
          <p:grpSpPr>
            <a:xfrm>
              <a:off x="2963079" y="2143748"/>
              <a:ext cx="3252201" cy="2065348"/>
              <a:chOff x="2414361" y="1411192"/>
              <a:chExt cx="3252201" cy="2065348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2414361" y="1411192"/>
                <a:ext cx="752528" cy="752635"/>
              </a:xfrm>
              <a:prstGeom prst="ellipse">
                <a:avLst/>
              </a:prstGeom>
              <a:noFill/>
              <a:ln w="762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3695553" y="1411192"/>
                <a:ext cx="752528" cy="752635"/>
              </a:xfrm>
              <a:prstGeom prst="ellipse">
                <a:avLst/>
              </a:prstGeom>
              <a:noFill/>
              <a:ln w="762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4914034" y="1411192"/>
                <a:ext cx="752528" cy="752635"/>
              </a:xfrm>
              <a:prstGeom prst="ellipse">
                <a:avLst/>
              </a:prstGeom>
              <a:noFill/>
              <a:ln w="762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2414361" y="2723905"/>
                <a:ext cx="752528" cy="752635"/>
              </a:xfrm>
              <a:prstGeom prst="ellipse">
                <a:avLst/>
              </a:prstGeom>
              <a:noFill/>
              <a:ln w="762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3695553" y="2723905"/>
                <a:ext cx="752528" cy="752635"/>
              </a:xfrm>
              <a:prstGeom prst="ellipse">
                <a:avLst/>
              </a:prstGeom>
              <a:noFill/>
              <a:ln w="762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4914034" y="2723905"/>
                <a:ext cx="752528" cy="752635"/>
              </a:xfrm>
              <a:prstGeom prst="ellipse">
                <a:avLst/>
              </a:prstGeom>
              <a:noFill/>
              <a:ln w="762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2743591" y="1473912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GND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895991" y="4589815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SCK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087492" y="4596698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MOSI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353006" y="4596698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VDD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65880" y="1473912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MISO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74051" y="1473912"/>
              <a:ext cx="972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RST</a:t>
              </a:r>
              <a:endParaRPr lang="en-US" sz="2400" dirty="0">
                <a:latin typeface="Helvetica"/>
                <a:cs typeface="Helvetica"/>
              </a:endParaRP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6929529" y="2665584"/>
              <a:ext cx="1316924" cy="790877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898169" y="3393674"/>
              <a:ext cx="15677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Helvetica"/>
                  <a:cs typeface="Helvetica"/>
                </a:rPr>
                <a:t>FPC connector</a:t>
              </a:r>
              <a:endParaRPr lang="en-US" dirty="0">
                <a:latin typeface="Helvetica"/>
                <a:cs typeface="Helvetica"/>
              </a:endParaRPr>
            </a:p>
          </p:txBody>
        </p:sp>
        <p:sp>
          <p:nvSpPr>
            <p:cNvPr id="14" name="Right Arrow 13"/>
            <p:cNvSpPr/>
            <p:nvPr/>
          </p:nvSpPr>
          <p:spPr>
            <a:xfrm rot="10800000">
              <a:off x="701119" y="2755197"/>
              <a:ext cx="1316924" cy="790877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69759" y="3483287"/>
              <a:ext cx="1567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Helvetica"/>
                  <a:cs typeface="Helvetica"/>
                </a:rPr>
                <a:t>Bluetooth</a:t>
              </a:r>
              <a:endParaRPr lang="en-US" dirty="0">
                <a:latin typeface="Helvetica"/>
                <a:cs typeface="Helvetica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87254" y="5517413"/>
              <a:ext cx="60045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Remember to flip the board backside up!</a:t>
              </a:r>
              <a:endParaRPr lang="en-US" sz="2400" dirty="0">
                <a:latin typeface="Helvetica"/>
                <a:cs typeface="Helvetic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2783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</Words>
  <Application>Microsoft Macintosh PowerPoint</Application>
  <PresentationFormat>On-screen Show (4:3)</PresentationFormat>
  <Paragraphs>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Wu</dc:creator>
  <cp:lastModifiedBy>Eric Wu</cp:lastModifiedBy>
  <cp:revision>1</cp:revision>
  <dcterms:created xsi:type="dcterms:W3CDTF">2016-06-17T18:08:38Z</dcterms:created>
  <dcterms:modified xsi:type="dcterms:W3CDTF">2016-06-17T18:10:40Z</dcterms:modified>
</cp:coreProperties>
</file>