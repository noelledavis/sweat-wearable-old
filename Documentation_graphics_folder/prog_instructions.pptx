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8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1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7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3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3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9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99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9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8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2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E87FC-F9BE-A64D-9F59-8990047F3F75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4F560-1E82-2A44-B01A-81F7B3BEB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7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669759" y="1473912"/>
            <a:ext cx="7796177" cy="4505166"/>
            <a:chOff x="669759" y="1473912"/>
            <a:chExt cx="7796177" cy="4505166"/>
          </a:xfrm>
        </p:grpSpPr>
        <p:grpSp>
          <p:nvGrpSpPr>
            <p:cNvPr id="10" name="Group 9"/>
            <p:cNvGrpSpPr/>
            <p:nvPr/>
          </p:nvGrpSpPr>
          <p:grpSpPr>
            <a:xfrm>
              <a:off x="2963079" y="2143748"/>
              <a:ext cx="3252201" cy="2065348"/>
              <a:chOff x="2414361" y="1411192"/>
              <a:chExt cx="3252201" cy="2065348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414361" y="1411192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3695553" y="1411192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4914034" y="1411192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2414361" y="2723905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3695553" y="2723905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914034" y="2723905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2743591" y="147391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MISO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95991" y="4589815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VDD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87492" y="4596698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MOSI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53006" y="4596698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GND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65880" y="147391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SCK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74051" y="147391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RST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6929529" y="2665584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98169" y="3393674"/>
              <a:ext cx="1567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10-pin connector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1" name="Right Arrow 20"/>
            <p:cNvSpPr/>
            <p:nvPr/>
          </p:nvSpPr>
          <p:spPr>
            <a:xfrm rot="10800000">
              <a:off x="701119" y="2755197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9759" y="3483287"/>
              <a:ext cx="1567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Switch and USB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87254" y="5517413"/>
              <a:ext cx="6004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Remember to flip the board backside up!</a:t>
              </a:r>
              <a:endParaRPr lang="en-US" sz="2400" dirty="0"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96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2</cp:revision>
  <dcterms:created xsi:type="dcterms:W3CDTF">2016-06-17T06:04:12Z</dcterms:created>
  <dcterms:modified xsi:type="dcterms:W3CDTF">2016-06-17T06:10:58Z</dcterms:modified>
</cp:coreProperties>
</file>